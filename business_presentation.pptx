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Robo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Roboto-bold.fntdata"/><Relationship Id="rId10" Type="http://schemas.openxmlformats.org/officeDocument/2006/relationships/slide" Target="slides/slide5.xml"/><Relationship Id="rId21" Type="http://schemas.openxmlformats.org/officeDocument/2006/relationships/font" Target="fonts/Roboto-regular.fntdata"/><Relationship Id="rId13" Type="http://schemas.openxmlformats.org/officeDocument/2006/relationships/slide" Target="slides/slide8.xml"/><Relationship Id="rId24" Type="http://schemas.openxmlformats.org/officeDocument/2006/relationships/font" Target="fonts/Roboto-boldItalic.fntdata"/><Relationship Id="rId12" Type="http://schemas.openxmlformats.org/officeDocument/2006/relationships/slide" Target="slides/slide7.xml"/><Relationship Id="rId23" Type="http://schemas.openxmlformats.org/officeDocument/2006/relationships/font" Target="fonts/Robo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d2167429dd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d2167429dd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2167429dd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d2167429dd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2167429dd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d2167429dd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2167429dd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d2167429dd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d2167429dd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d2167429dd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2167429dd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d2167429dd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d2167429dd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d2167429dd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d2167429dd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d2167429dd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d2167429dd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d2167429dd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d2167429dd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d2167429dd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d2167429dd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d2167429dd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d2167429dd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d2167429dd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d2167429dd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d2167429dd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d2167429dd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d2167429dd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Retail Sales Analysis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Ravindra nath Rinku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Business Problem</a:t>
            </a:r>
            <a:endParaRPr/>
          </a:p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1.</a:t>
            </a:r>
            <a:r>
              <a:rPr lang="en-GB"/>
              <a:t>Retail business facing: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/>
              <a:t>Uneven sales performance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/>
              <a:t>Customer retention issues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/>
              <a:t>Delivery inefficiencies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   2.Need for data-driven decisions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Objectives</a:t>
            </a:r>
            <a:endParaRPr/>
          </a:p>
        </p:txBody>
      </p:sp>
      <p:sp>
        <p:nvSpPr>
          <p:cNvPr id="98" name="Google Shape;98;p15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Identify revenue drivers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Analyze customer behavior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Evaluate city &amp; store performance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Improve operational efficiency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Dataset Overview</a:t>
            </a:r>
            <a:endParaRPr/>
          </a:p>
        </p:txBody>
      </p:sp>
      <p:sp>
        <p:nvSpPr>
          <p:cNvPr id="104" name="Google Shape;104;p16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Customer: age, gender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Product: category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Sales: quantity, price, revenue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Location: city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Operations: store type, delivery status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Preparation</a:t>
            </a:r>
            <a:endParaRPr/>
          </a:p>
        </p:txBody>
      </p:sp>
      <p:sp>
        <p:nvSpPr>
          <p:cNvPr id="110" name="Google Shape;110;p17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Removed missing values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Removed duplicates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Converted date format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Created revenue column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Exploratory Data Analysis</a:t>
            </a:r>
            <a:endParaRPr/>
          </a:p>
        </p:txBody>
      </p:sp>
      <p:sp>
        <p:nvSpPr>
          <p:cNvPr id="116" name="Google Shape;116;p18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Category-wise revenue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City-wise performance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Revenue trends over time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Distribution of sales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>
            <p:ph type="title"/>
          </p:nvPr>
        </p:nvSpPr>
        <p:spPr>
          <a:xfrm>
            <a:off x="208500" y="7975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📊 Revenue by Category</a:t>
            </a:r>
            <a:endParaRPr/>
          </a:p>
        </p:txBody>
      </p:sp>
      <p:sp>
        <p:nvSpPr>
          <p:cNvPr id="122" name="Google Shape;122;p19"/>
          <p:cNvSpPr txBox="1"/>
          <p:nvPr>
            <p:ph idx="1" type="body"/>
          </p:nvPr>
        </p:nvSpPr>
        <p:spPr>
          <a:xfrm>
            <a:off x="208500" y="623375"/>
            <a:ext cx="8520600" cy="40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Insight: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Few categories generate majority revenue</a:t>
            </a:r>
            <a:endParaRPr/>
          </a:p>
        </p:txBody>
      </p:sp>
      <p:pic>
        <p:nvPicPr>
          <p:cNvPr id="123" name="Google Shape;123;p19" title="Screenshot 2026-03-24 17513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5525" y="623375"/>
            <a:ext cx="5488475" cy="425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>
            <p:ph type="title"/>
          </p:nvPr>
        </p:nvSpPr>
        <p:spPr>
          <a:xfrm>
            <a:off x="74325" y="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📊 Top Cities by Revenue</a:t>
            </a:r>
            <a:endParaRPr/>
          </a:p>
        </p:txBody>
      </p:sp>
      <p:sp>
        <p:nvSpPr>
          <p:cNvPr id="129" name="Google Shape;129;p20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Insight: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Sales concentrated in key cities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0" name="Google Shape;130;p20" title="Screenshot 2026-03-24 17494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5675" y="545875"/>
            <a:ext cx="5505450" cy="437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>
            <p:ph type="title"/>
          </p:nvPr>
        </p:nvSpPr>
        <p:spPr>
          <a:xfrm>
            <a:off x="0" y="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📊 Revenue Trend</a:t>
            </a:r>
            <a:endParaRPr/>
          </a:p>
        </p:txBody>
      </p:sp>
      <p:sp>
        <p:nvSpPr>
          <p:cNvPr id="136" name="Google Shape;136;p21"/>
          <p:cNvSpPr txBox="1"/>
          <p:nvPr>
            <p:ph idx="1" type="body"/>
          </p:nvPr>
        </p:nvSpPr>
        <p:spPr>
          <a:xfrm>
            <a:off x="74325" y="51772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Insight: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Shows fluctuations &amp; seasonal trends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7" name="Google Shape;137;p21" title="Screenshot 2026-03-24 17503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0725" y="517725"/>
            <a:ext cx="5643276" cy="457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Advanced Analysis</a:t>
            </a:r>
            <a:endParaRPr/>
          </a:p>
        </p:txBody>
      </p:sp>
      <p:sp>
        <p:nvSpPr>
          <p:cNvPr id="143" name="Google Shape;143;p22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Correlation (price vs quantity)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Customer segmentation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Hypothesis testing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/>
          <p:nvPr>
            <p:ph type="title"/>
          </p:nvPr>
        </p:nvSpPr>
        <p:spPr>
          <a:xfrm>
            <a:off x="311700" y="76375"/>
            <a:ext cx="8520600" cy="6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Store Type Performance</a:t>
            </a:r>
            <a:endParaRPr/>
          </a:p>
        </p:txBody>
      </p:sp>
      <p:sp>
        <p:nvSpPr>
          <p:cNvPr id="149" name="Google Shape;149;p23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0" name="Google Shape;150;p23" title="Screenshot 2026-03-24 17540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9325" y="613050"/>
            <a:ext cx="5136250" cy="425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/>
          <p:cNvSpPr txBox="1"/>
          <p:nvPr>
            <p:ph type="title"/>
          </p:nvPr>
        </p:nvSpPr>
        <p:spPr>
          <a:xfrm>
            <a:off x="177525" y="4877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Revenue Distribution</a:t>
            </a:r>
            <a:endParaRPr/>
          </a:p>
        </p:txBody>
      </p:sp>
      <p:sp>
        <p:nvSpPr>
          <p:cNvPr id="156" name="Google Shape;156;p2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24" title="Screenshot 2026-03-24 1753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2600" y="656575"/>
            <a:ext cx="6515100" cy="421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Key Findings</a:t>
            </a:r>
            <a:endParaRPr/>
          </a:p>
        </p:txBody>
      </p:sp>
      <p:sp>
        <p:nvSpPr>
          <p:cNvPr id="163" name="Google Shape;163;p25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/>
              <a:t>High-value customers drive revenue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/>
              <a:t>Few products dominate sales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/>
              <a:t>Regional variation exists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/>
              <a:t>Delivery impacts performance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6"/>
          <p:cNvSpPr txBox="1"/>
          <p:nvPr>
            <p:ph type="title"/>
          </p:nvPr>
        </p:nvSpPr>
        <p:spPr>
          <a:xfrm>
            <a:off x="404575" y="27117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GB"/>
              <a:t>Implementation Plan</a:t>
            </a:r>
            <a:endParaRPr/>
          </a:p>
        </p:txBody>
      </p:sp>
      <p:sp>
        <p:nvSpPr>
          <p:cNvPr id="169" name="Google Shape;169;p26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/>
              <a:t>Short-term: Improve delivery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/>
              <a:t>Medium-term: Loyalty programs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/>
              <a:t>Long-term: AI &amp; expansion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Recommendations &amp; Conclusion</a:t>
            </a:r>
            <a:endParaRPr/>
          </a:p>
        </p:txBody>
      </p:sp>
      <p:sp>
        <p:nvSpPr>
          <p:cNvPr id="175" name="Google Shape;175;p27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Focus on top products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Target high-value customers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Improve delivery systems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Expand in high-performing cities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